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146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17708-1882-43C9-BC9A-4C05B7369B27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A8782-744C-48D5-AD0D-76EC1DE0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44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17708-1882-43C9-BC9A-4C05B7369B27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A8782-744C-48D5-AD0D-76EC1DE0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464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17708-1882-43C9-BC9A-4C05B7369B27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A8782-744C-48D5-AD0D-76EC1DE0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317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17708-1882-43C9-BC9A-4C05B7369B27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A8782-744C-48D5-AD0D-76EC1DE0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874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17708-1882-43C9-BC9A-4C05B7369B27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A8782-744C-48D5-AD0D-76EC1DE0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69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17708-1882-43C9-BC9A-4C05B7369B27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A8782-744C-48D5-AD0D-76EC1DE0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322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17708-1882-43C9-BC9A-4C05B7369B27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A8782-744C-48D5-AD0D-76EC1DE0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52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17708-1882-43C9-BC9A-4C05B7369B27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A8782-744C-48D5-AD0D-76EC1DE0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146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17708-1882-43C9-BC9A-4C05B7369B27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A8782-744C-48D5-AD0D-76EC1DE0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525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17708-1882-43C9-BC9A-4C05B7369B27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A8782-744C-48D5-AD0D-76EC1DE0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018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17708-1882-43C9-BC9A-4C05B7369B27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A8782-744C-48D5-AD0D-76EC1DE0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686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17708-1882-43C9-BC9A-4C05B7369B27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A8782-744C-48D5-AD0D-76EC1DE01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002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662"/>
            <a:ext cx="9345948" cy="6877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638929" y="2580443"/>
            <a:ext cx="41159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latin typeface="Hopeless Heart DEMO" pitchFamily="50" charset="0"/>
              </a:rPr>
              <a:t>with the Aromas Soccer Club</a:t>
            </a:r>
            <a:endParaRPr lang="en-US" sz="2000" b="1" dirty="0">
              <a:latin typeface="Hopeless Heart DEMO" pitchFamily="50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5673" y="2311809"/>
            <a:ext cx="423181" cy="4455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52400"/>
            <a:ext cx="423181" cy="44553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864" y="643998"/>
            <a:ext cx="304800" cy="32089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445" y="914400"/>
            <a:ext cx="223366" cy="235163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2463" y="5441493"/>
            <a:ext cx="44958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2173" y="5770105"/>
            <a:ext cx="189446" cy="19945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3611" y="5770104"/>
            <a:ext cx="189446" cy="1994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55618" y="3161716"/>
            <a:ext cx="3482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Calisto MT" pitchFamily="18" charset="0"/>
              </a:rPr>
              <a:t>Friday, May 18, 2018</a:t>
            </a:r>
            <a:endParaRPr lang="en-US" sz="2800" b="1" dirty="0">
              <a:latin typeface="Calisto MT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76080" y="3857000"/>
            <a:ext cx="49343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3">
                    <a:lumMod val="50000"/>
                  </a:schemeClr>
                </a:solidFill>
                <a:latin typeface="Calisto MT" pitchFamily="18" charset="0"/>
              </a:rPr>
              <a:t>Doors open at 6pm        Play begins at 7pm</a:t>
            </a:r>
            <a:endParaRPr lang="en-US" sz="2000" b="1" dirty="0">
              <a:solidFill>
                <a:schemeClr val="accent3">
                  <a:lumMod val="50000"/>
                </a:schemeClr>
              </a:solidFill>
              <a:latin typeface="Calisto MT" pitchFamily="18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0028" y="3857000"/>
            <a:ext cx="423181" cy="44553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471971" y="4443207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400" b="1" dirty="0" smtClean="0">
                <a:latin typeface="Calisto MT" pitchFamily="18" charset="0"/>
                <a:cs typeface="Iskoola Pota" pitchFamily="34" charset="0"/>
              </a:rPr>
              <a:t>Aromas Grange </a:t>
            </a:r>
            <a:r>
              <a:rPr lang="en-US" sz="2000" b="1" dirty="0" smtClean="0">
                <a:latin typeface="Calisto MT" pitchFamily="18" charset="0"/>
                <a:cs typeface="Iskoola Pota" pitchFamily="34" charset="0"/>
              </a:rPr>
              <a:t>400 Rose Ave</a:t>
            </a:r>
            <a:r>
              <a:rPr lang="en-US" sz="2400" b="1" dirty="0" smtClean="0">
                <a:latin typeface="Calisto MT" pitchFamily="18" charset="0"/>
                <a:cs typeface="Iskoola Pota" pitchFamily="34" charset="0"/>
              </a:rPr>
              <a:t>.</a:t>
            </a:r>
            <a:endParaRPr lang="en-US" sz="2400" b="1" dirty="0">
              <a:latin typeface="Calisto MT" pitchFamily="18" charset="0"/>
              <a:cs typeface="Iskoola Pota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290067" y="5072161"/>
            <a:ext cx="2813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alisto MT" pitchFamily="18" charset="0"/>
              </a:rPr>
              <a:t> $25 Entry fee per person  </a:t>
            </a:r>
            <a:endParaRPr lang="en-US" b="1" dirty="0">
              <a:solidFill>
                <a:schemeClr val="accent3">
                  <a:lumMod val="50000"/>
                </a:schemeClr>
              </a:solidFill>
              <a:latin typeface="Calisto MT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972149"/>
            <a:ext cx="1171575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872136"/>
            <a:ext cx="1171575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934587"/>
            <a:ext cx="1171575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872135"/>
            <a:ext cx="1171575" cy="262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093" y="4574825"/>
            <a:ext cx="1293182" cy="280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78" y="3999328"/>
            <a:ext cx="1508097" cy="1072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Rectangle 19"/>
          <p:cNvSpPr/>
          <p:nvPr/>
        </p:nvSpPr>
        <p:spPr>
          <a:xfrm>
            <a:off x="-2" y="3935376"/>
            <a:ext cx="170497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Bradley Hand ITC" pitchFamily="66" charset="0"/>
                <a:cs typeface="Miriam Fixed" pitchFamily="49" charset="-79"/>
              </a:rPr>
              <a:t>Don’t miss out </a:t>
            </a:r>
          </a:p>
          <a:p>
            <a:r>
              <a:rPr lang="en-US" b="1" dirty="0" smtClean="0">
                <a:solidFill>
                  <a:schemeClr val="bg1"/>
                </a:solidFill>
                <a:latin typeface="Bradley Hand ITC" pitchFamily="66" charset="0"/>
                <a:cs typeface="Miriam Fixed" pitchFamily="49" charset="-79"/>
              </a:rPr>
              <a:t>on all the FUN.. </a:t>
            </a:r>
          </a:p>
          <a:p>
            <a:r>
              <a:rPr lang="en-US" b="1" dirty="0" smtClean="0">
                <a:solidFill>
                  <a:schemeClr val="bg1"/>
                </a:solidFill>
                <a:latin typeface="Bradley Hand ITC" pitchFamily="66" charset="0"/>
                <a:cs typeface="Miriam Fixed" pitchFamily="49" charset="-79"/>
              </a:rPr>
              <a:t>Reserve your</a:t>
            </a:r>
          </a:p>
          <a:p>
            <a:r>
              <a:rPr lang="en-US" b="1" dirty="0" smtClean="0">
                <a:solidFill>
                  <a:schemeClr val="bg1"/>
                </a:solidFill>
                <a:latin typeface="Bradley Hand ITC" pitchFamily="66" charset="0"/>
                <a:cs typeface="Miriam Fixed" pitchFamily="49" charset="-79"/>
              </a:rPr>
              <a:t> table  or spot !</a:t>
            </a:r>
          </a:p>
          <a:p>
            <a:r>
              <a:rPr lang="en-US" b="1" dirty="0" smtClean="0">
                <a:solidFill>
                  <a:schemeClr val="bg1"/>
                </a:solidFill>
                <a:latin typeface="Bradley Hand ITC" pitchFamily="66" charset="0"/>
                <a:cs typeface="Miriam Fixed" pitchFamily="49" charset="-79"/>
              </a:rPr>
              <a:t> 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686715" y="6301666"/>
            <a:ext cx="42098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accent3">
                    <a:lumMod val="50000"/>
                  </a:schemeClr>
                </a:solidFill>
                <a:latin typeface="Calisto MT" pitchFamily="18" charset="0"/>
              </a:rPr>
              <a:t>Contact Lynette at 726-9259 or 408-640-2479</a:t>
            </a:r>
            <a:endParaRPr lang="en-US" sz="1600" b="1" dirty="0">
              <a:solidFill>
                <a:schemeClr val="accent3">
                  <a:lumMod val="50000"/>
                </a:schemeClr>
              </a:solidFill>
              <a:latin typeface="Calisto M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753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54</Words>
  <Application>Microsoft Office PowerPoint</Application>
  <PresentationFormat>On-screen Show (4:3)</PresentationFormat>
  <Paragraphs>11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Lynette</dc:creator>
  <cp:lastModifiedBy>Lynette</cp:lastModifiedBy>
  <cp:revision>5</cp:revision>
  <dcterms:created xsi:type="dcterms:W3CDTF">2018-05-01T17:40:44Z</dcterms:created>
  <dcterms:modified xsi:type="dcterms:W3CDTF">2018-05-01T18:36:22Z</dcterms:modified>
</cp:coreProperties>
</file>